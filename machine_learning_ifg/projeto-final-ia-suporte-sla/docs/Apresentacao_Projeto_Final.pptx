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Pipeline de Dados em Nuvem para Aprendizagem de Máquina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ADCFC"/>
                </a:solidFill>
                <a:latin typeface="Calibri"/>
              </a:rPr>
              <a:t>Previsão de violação de SLA em chamados de suporte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4348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Grupo: João Paulo A. S. Monteiro, Rogério B. dos Anjos 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Pedro Felipe de Moraes Carrijo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IFG - Pós-Graduação em IA Aplicada - Módulo 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Profs. Sirlon Diniz - Raphael Gomes - Otávio Calaça   |   Goiânia, jun/2026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Visão geral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Do dado bruto à decisão do gestor de suporte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Problema: antecipar quais chamados vão violar o SLA de resolução.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Domínio: suporte técnico (service desk SaaS)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Decisor: gestor da equipe de suporte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Decisão: priorizar a fila e realocar agentes antes de o prazo estourar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Tarefa de ML: classificação binária (sla_breach)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8.000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chamados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violam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CSAT médio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749039"/>
            <a:ext cx="4846320" cy="2011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96849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Stack do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52628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Python, Airflow, dbt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Snowflake / DuckDB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AWS (S3, Lambda, CloudFormation), Metabase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Dados utilizados e atributos extraídos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3 fontes: estruturada + não estruturada + semiestruturada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Conteúdo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tickets.csv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Estruturado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categoria, prioridade, canal, tier, tempos, CSAT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ticket_messages.jsonl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Não estruturado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texto livre do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ticket_events.json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Semiestruturado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trilha de eventos/status (JSON)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Atributos extraídos: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Texto: comprimento, nº palavras, urgência (léxico), flags (reembolso, cancelamento, erro)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Logs: nº de eventos, mudanças de status, reabertura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Estruturado: limpeza, padronização, tratamento de ausentes, partes de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83080"/>
            <a:ext cx="4297680" cy="4206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8390"/>
                </a:solidFill>
                <a:latin typeface="Calibri"/>
              </a:rPr>
              <a:t>Sem vazamento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97480"/>
            <a:ext cx="3840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 decisão ocorre logo após a 1ª resposta.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Por isso NÃO usamos como atributo: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o tempo de resolução (desfecho)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o CSAT (só existe no fim)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Resultado: tabela mart_ml_features com 25 atributos + alvo.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Equivalente 100% em serviços AWS (item 4.5)</a:t>
            </a:r>
          </a:p>
        </p:txBody>
      </p:sp>
      <p:pic>
        <p:nvPicPr>
          <p:cNvPr id="4" name="Picture 3" descr="arquitetura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691640"/>
            <a:ext cx="872766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Pipeline de 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Airflow orquestra; dbt transforma no Snowflake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Ingestão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Processamento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+ atributos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Treino e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avaliação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Carga no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dbt build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+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Export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Camadas dbt: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Staging: stg_tickets, stg_text_features, stg_log_features, stg_predictions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Dimensões: dim_channel, dim_product, dim_category, dim_date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Fatos/marts: fct_tickets, mart_ml_features, fct_predictions, mart_ticket_decision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74720"/>
            <a:ext cx="5212080" cy="2377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67588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Qualidade de dados (dbt)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42816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10 testes: not_null, unique, accepted_values, relationships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Última execução: PASS=22, 0 erros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Reproduzível: run_pipeline.py roda tudo em ~5s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Resultados do modelo de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KNN (hard-code + biblioteca), SVM e MLP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035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822960"/>
                <a:gridCol w="822960"/>
                <a:gridCol w="822960"/>
                <a:gridCol w="822960"/>
              </a:tblGrid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0"/>
                        <a:t>Baseline (regra)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0.498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0.629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0.556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0.721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0"/>
                        <a:t>KNN (na mão)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0"/>
                        <a:t>KNN (sklearn)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0.838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0.762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0.421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0.542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0.882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/>
                        <a:t>SVM *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0.903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0.854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0.693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0.765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0.953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0"/>
                        <a:t>MLP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0.887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0.747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0.765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0.756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0.944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Calibri"/>
              </a:rPr>
              <a:t>* modelo de produção</a:t>
            </a:r>
          </a:p>
        </p:txBody>
      </p:sp>
      <p:pic>
        <p:nvPicPr>
          <p:cNvPr id="6" name="Picture 5" descr="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2613660" cy="2240280"/>
          </a:xfrm>
          <a:prstGeom prst="rect">
            <a:avLst/>
          </a:prstGeom>
        </p:spPr>
      </p:pic>
      <p:pic>
        <p:nvPicPr>
          <p:cNvPr id="7" name="Picture 6" descr="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828800"/>
            <a:ext cx="2711918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4206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Calibri"/>
              </a:rPr>
              <a:t>Matriz de confusão e curva ROC (conjunto de teste)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109960" cy="1143000"/>
          </a:xfrm>
          <a:prstGeom prst="roundRect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A"/>
                </a:solidFill>
                <a:latin typeface="Calibri"/>
              </a:rPr>
              <a:t>• KNN na mão (NumPy) e scikit-learn ficaram IDÊNTICOS: concordância de 100% nas predições.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A"/>
                </a:solidFill>
                <a:latin typeface="Calibri"/>
              </a:rPr>
              <a:t>• SVM teve o melhor F1 (0,77) e AUC (0,95), sendo escolhido como modelo de produção.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Dashboard de apoio à decisão (Metabase)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Indicadores, dados tratados, resultados do modelo e fila por risco</a:t>
            </a:r>
          </a:p>
        </p:txBody>
      </p:sp>
      <p:pic>
        <p:nvPicPr>
          <p:cNvPr id="4" name="Picture 3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66848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Decisões que a solução apoia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Priorizar 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84708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Atacar primeiro os chamados com maior probabilidade de violar o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39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4436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Realocar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4436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Direcionar esforço para prioridade Crítica/Alta e categorias mais demoradas.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Agir na 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4164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Bug/Defeito e Solicitação de Recurso concentram as violações: base de conhecimento e automações.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3892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Acompanhar no tempo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3892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Monitorar a evolução mensal da taxa de violação e do CSAT.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Nuvem implementada e plugável: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• S3 com upload real (boto3) + CloudFormation (IaC), Snowflake (profile dbt), Airflow (DAG) e Metabase.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• Roda 100% local hoje (DuckDB espelha o Snowflake); basta definir as credenciais para ativar a nuvem.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Limitações: dados sintéticos; integração de nuvem validada localmente (S3 testado com mock).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Próximos passos (escala): Amazon MWAA, SageMaker, embeddings de texto e calibração por custo.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Conclusão: a solução cobre o ciclo completo, da ingestão à visualização para a decisão,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integrando Modelagem de Dados, Aprendizagem de Máquina e Cloud Computing.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2C39A"/>
                </a:solidFill>
                <a:latin typeface="Calibri"/>
              </a:rPr>
              <a:t>Obrigado! 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